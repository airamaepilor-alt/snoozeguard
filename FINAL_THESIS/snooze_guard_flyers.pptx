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772400" cy="3291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017520"/>
            <a:ext cx="7772400" cy="320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7724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5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DIVINE WORD COLLEGE OF CALAPAN  ·  School of Engineering  ·  BS Computer Engineering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594360"/>
            <a:ext cx="1005840" cy="100584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777240"/>
            <a:ext cx="640080" cy="6400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932688"/>
            <a:ext cx="329184" cy="3291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594360"/>
            <a:ext cx="1005840" cy="100584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777240"/>
            <a:ext cx="640080" cy="64008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84848" y="932688"/>
            <a:ext cx="329184" cy="329184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502920"/>
            <a:ext cx="7223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274320" y="178308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Real-Time Driver Drowsiness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 System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" y="265176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Development for Road Safety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6858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47872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SNOOZEGUARD?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858768"/>
            <a:ext cx="7040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 is a multi-platform AI system that uses your smartphone's front camera and Google's MediaPipe to detect drowsiness in real time while driving — without any vehicle modification.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461772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DETECTS DROWSINESS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956048"/>
            <a:ext cx="1572768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50017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😮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5760" y="53766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 Detection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564184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jawOpen blend shape ≥ 0.70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21408" y="4956048"/>
            <a:ext cx="1572768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21408" y="50017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121408" y="53766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Nodding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21408" y="564184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Pitch/Roll threshold breach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877056" y="4956048"/>
            <a:ext cx="1572768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77056" y="50017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877056" y="53766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Tilt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77056" y="564184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seconds off-center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632704" y="4956048"/>
            <a:ext cx="1572768" cy="9601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32704" y="5001768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632704" y="53766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Brake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32704" y="564184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delta &gt; 0.45g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60350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10-LEVEL ALERT ESCALATION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6373368"/>
            <a:ext cx="1572768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641908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1–2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6711696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121408" y="6373368"/>
            <a:ext cx="1572768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21408" y="641908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3–5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21408" y="6711696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Vibration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Alarm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77056" y="6373368"/>
            <a:ext cx="1572768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77056" y="641908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6–8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877056" y="6711696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above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IoT Device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32704" y="6373368"/>
            <a:ext cx="1572768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32704" y="641908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9–10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632704" y="6711696"/>
            <a:ext cx="1572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above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Emergency SMS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7406640"/>
            <a:ext cx="7772400" cy="502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2880" y="7470648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ESP32 IoT Alert Device  ·  MQTT HiveMQ TLS  ·  BLE Fallback  ·  DFPlayer MP3  ·  Physical Dismiss Button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365760" y="800100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8302752"/>
            <a:ext cx="1572768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833932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121408" y="8302752"/>
            <a:ext cx="157276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21408" y="833932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877056" y="8302752"/>
            <a:ext cx="157276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77056" y="833932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632704" y="8302752"/>
            <a:ext cx="1572768" cy="320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32704" y="8339328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65760" y="8741664"/>
            <a:ext cx="1572768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877824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MQTT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121408" y="8741664"/>
            <a:ext cx="1572768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21408" y="877824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PhilSMS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877056" y="8741664"/>
            <a:ext cx="1572768" cy="320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77056" y="877824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632704" y="8741664"/>
            <a:ext cx="1572768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632704" y="8778240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0" y="9235440"/>
            <a:ext cx="77724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0" y="9235440"/>
            <a:ext cx="77724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9299448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65760" y="9555480"/>
            <a:ext cx="7040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Jeuiel T. Agno   ·   Aira Mae T. Pilor   ·   Christian Eduard B. Ylagan Jr.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65760" y="9811512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Adviser: Engr. Jezer E. Ilao   ·  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77240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645920"/>
            <a:ext cx="77724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9994392"/>
            <a:ext cx="77724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4592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59436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659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1500" y="2496312"/>
            <a:ext cx="0" cy="70408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874520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Captures Face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258568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smartphone front camera takes a snapshot every 600ms. MediaPipe Face Landmarker processes 478 facial landmarks and 52 blend shape coefficients on the device — no internet required for detection.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59436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32918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1500" y="3822192"/>
            <a:ext cx="0" cy="70408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200400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Detected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584448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drowsiness signals are extracted: yawning (jawOpen ≥ 0.70), head nodding (pitch/roll threshold), sustained head tilt (10 seconds), and sudden braking (accelerometer delta &gt; 0.45g).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4526280"/>
            <a:ext cx="59436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61772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71500" y="5148072"/>
            <a:ext cx="0" cy="70408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526280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Drowsiness Level Computed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910328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Yawn and head movement counts feed into a configurable 10-level scoring engine. The administrator can tune thresholds per level via the Admin Config screen.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5852160"/>
            <a:ext cx="594360" cy="5943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594360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71500" y="6473952"/>
            <a:ext cx="0" cy="70408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852160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Graduated Alerts Fire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6236208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1–5: Voice + vibration on the smartphone.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6–8: Additionally activates the ESP32 IoT alert device (MP3 audio, vibration pulses, LED).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9–10: All of the above + 120-second emergency countdown.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7178040"/>
            <a:ext cx="594360" cy="594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726948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71500" y="7799832"/>
            <a:ext cx="0" cy="704088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" y="7178040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Notification Sent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7562088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driver does not dismiss the alert within 120 seconds, an Expo push notification and a PhilSMS text message are automatically sent to the driver's designated emergency contact with the driver's GPS location.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4320" y="8503920"/>
            <a:ext cx="594360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859536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51560" y="8503920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Responds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51560" y="8887968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emergency contact opens the SnoozeGuard app, sees the driver's live location on a map, and can acknowledge or dismiss the alert — completing the safety loop.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0" y="9646920"/>
            <a:ext cx="77724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96926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Jeuiel T. Agno  ·  Aira Mae T. Pilor  ·  Christian Eduard B. Ylagan Jr.  ·  DWCC School of Engineering  · 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7724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03536"/>
            <a:ext cx="77724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4864"/>
            <a:ext cx="7772400" cy="2103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2860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Alert Device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ESP32-Based Physical Alert Peripheral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 — Hardware Component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2157984"/>
            <a:ext cx="77724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670048"/>
            <a:ext cx="21031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7249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60320" y="2734056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240MHz · WiFi + BLE + GPIO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145536"/>
            <a:ext cx="21031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2004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DFPlayer Mini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60320" y="3209544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UART2 (GPIO 16/17) · Plays 0001–0005.mp3 from MicroSD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621024"/>
            <a:ext cx="21031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6758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3W Speaker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0320" y="3685032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DFPlayer for audio alert output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096512"/>
            <a:ext cx="21031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1513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(GPIO 26)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0" y="4160520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or pulsed vibration alert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572000"/>
            <a:ext cx="21031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6268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× 2 (27, 32)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60320" y="4636008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indicator — pulsed, continuous, or flashing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5047488"/>
            <a:ext cx="21031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51023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LED (GPIO 33)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0" y="5111496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connection status indicator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5522976"/>
            <a:ext cx="21031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577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Button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560320" y="5586984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25 · INPUT_PULLUP · 200ms debounce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6035040"/>
            <a:ext cx="713232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6153912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BEHAVIOR BY DROWSINESS LEVEL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6492240"/>
            <a:ext cx="54864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565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68680" y="6492240"/>
            <a:ext cx="10972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65653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65960" y="6492240"/>
            <a:ext cx="32004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65653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Pattern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66360" y="6492240"/>
            <a:ext cx="1645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65653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6949440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70225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68680" y="694944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70225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0001.mp3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965960" y="6949440"/>
            <a:ext cx="3200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0" y="70225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short pulses (200ms on/150ms off)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166360" y="694944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0" y="70225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Pulsed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812280" y="7004304"/>
            <a:ext cx="4572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7406640"/>
            <a:ext cx="54864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74797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68680" y="7406640"/>
            <a:ext cx="109728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74797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0002.mp3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965960" y="7406640"/>
            <a:ext cx="320040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0" y="74797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medium pulses (400ms on/150ms off)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166360" y="7406640"/>
            <a:ext cx="164592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2080" y="74797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Pulsed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812280" y="7461504"/>
            <a:ext cx="457200" cy="27432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0040" y="7863840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79369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68680" y="786384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" y="79369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0003.mp3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965960" y="7863840"/>
            <a:ext cx="3200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11680" y="79369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long pulses (600ms on/150ms off)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5166360" y="786384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12080" y="79369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Pulsed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6812280" y="7918704"/>
            <a:ext cx="457200" cy="274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0040" y="8321040"/>
            <a:ext cx="54864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83941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68680" y="8321040"/>
            <a:ext cx="109728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14400" y="83941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0004.mp3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1965960" y="8321040"/>
            <a:ext cx="320040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011680" y="83941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buzzer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5166360" y="8321040"/>
            <a:ext cx="164592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212080" y="83941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on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6812280" y="8375904"/>
            <a:ext cx="45720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20040" y="8778240"/>
            <a:ext cx="548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" y="88513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868680" y="877824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14400" y="88513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0005.mp3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965960" y="8778240"/>
            <a:ext cx="32004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011680" y="8851392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buzzer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5166360" y="877824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212080" y="88513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Flashing (400ms)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6812280" y="8833104"/>
            <a:ext cx="4572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20040" y="9281160"/>
            <a:ext cx="713232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2920" y="93268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🔘  Physical Dismiss Button — Press to stop all alerts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MQTT + BLE NOTIFY → syncs dismiss state to mobile app and web dashboard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274320" y="992124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SnoozeGuard  ·  DWCC School of Engineering  ·  BS Computer Engineering  ·  2025–2026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2026-04-30T13:07:14Z</dcterms:created>
  <dcterms:modified xsi:type="dcterms:W3CDTF">2026-04-30T13:07:14Z</dcterms:modified>
</cp:coreProperties>
</file>